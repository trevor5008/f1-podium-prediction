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c41a97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5c41a97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5c41a977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5c41a977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5c41a977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5c41a977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5c41a977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5c41a977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5c41a977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5c41a977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5c41a977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5c41a977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and Project Goal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Formula 1 is highly data-driven, with outcomes influenced by the driver, team, track and starting position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The goal of this project was to build a binary classifier for podium vs. non-podium finishes.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Instead of predicting exact finishing order, this project focuses on a simpler and more practical classification task.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Public race data was sourced from Kaggle instead of the more real-world </a:t>
            </a:r>
            <a:r>
              <a:rPr lang="en"/>
              <a:t>telemetry data used by professional teams.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and Features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Dataset: Formula 1 race results spanning from 2019-2024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Total Records: </a:t>
            </a:r>
            <a:r>
              <a:rPr b="1" lang="en"/>
              <a:t>2,559</a:t>
            </a:r>
            <a:r>
              <a:rPr lang="en"/>
              <a:t> rows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Original attributes: </a:t>
            </a:r>
            <a:r>
              <a:rPr b="1" lang="en"/>
              <a:t>15 </a:t>
            </a:r>
            <a:r>
              <a:rPr lang="en"/>
              <a:t>columns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Target variable: </a:t>
            </a:r>
            <a:r>
              <a:rPr b="1" lang="en"/>
              <a:t>podium_finish </a:t>
            </a:r>
            <a:r>
              <a:rPr lang="en"/>
              <a:t>(1st, 2nd or 3rd)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Final model input features: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- Starting Grid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- Driver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- Team, Track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/ Pipeline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6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CSV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1. Cleaning + Missing Value Review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Target identification,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Leakage Column Removal (e.g. Fastest lap, Fastest lap time)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1-Hot encoding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 Train/Test Split + 2024 holdout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6. Model training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7. Evaluation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used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b="1" lang="en"/>
              <a:t>K-Nearest Neighbors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2. Logistic Regression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3. XGBoost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4. Tuned XGBoost w/ GridSearchCV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* Models were compared using precision, recall, F1-score and ROC-AUC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+ Limitations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XGBoost performed best w/ an overall ROC-AUC score of </a:t>
            </a:r>
            <a:r>
              <a:rPr b="1" lang="en"/>
              <a:t>92.6%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- </a:t>
            </a:r>
            <a:r>
              <a:rPr lang="en"/>
              <a:t>Podium finishes are more challenging to correctly predict than non-podium </a:t>
            </a:r>
            <a:r>
              <a:rPr lang="en"/>
              <a:t>finishes</a:t>
            </a:r>
            <a:r>
              <a:rPr lang="en"/>
              <a:t> due to the fact that they are the minority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Race-day variables captured by telemetry data (e.g. weather, pit stops, penalties) could provide for more accuracy in future work.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In summary, historical race-result data is useful for podium-prediction modeling, but a broader array of features and live-data would be needed for better future results.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